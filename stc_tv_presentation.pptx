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3700"/>
                </a:solidFill>
              </a:defRPr>
            </a:pPr>
            <a:r>
              <a:t>STC TV - DATA STORYTELLING PRESENTATION</a:t>
            </a:r>
          </a:p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Transforming User Experience Through Data &amp; AI</a:t>
            </a:r>
          </a:p>
          <a:p>
            <a:pPr>
              <a:spcAft>
                <a:spcPts val="3000"/>
              </a:spcAft>
              <a:defRPr sz="1800">
                <a:solidFill>
                  <a:srgbClr val="DCC8F0"/>
                </a:solidFill>
              </a:defRPr>
            </a:pPr>
            <a:r>
              <a:t>Insights, Predictive Modeling, and Personalized AI Recommender Systems</a:t>
            </a:r>
          </a:p>
          <a:p>
            <a:pPr>
              <a:defRPr sz="1300">
                <a:solidFill>
                  <a:srgbClr val="B496D2"/>
                </a:solidFill>
              </a:defRPr>
            </a:pPr>
            <a:r>
              <a:t>Prepared for: stc &amp; Misk Virtual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3700"/>
                </a:solidFill>
              </a:defRPr>
            </a:pPr>
            <a:r>
              <a:t>STC TV / MISK VIRTUAL INTERNSHIP</a:t>
            </a:r>
          </a:p>
          <a:p>
            <a:pPr>
              <a:defRPr sz="2200" b="1">
                <a:solidFill>
                  <a:srgbClr val="4F008C"/>
                </a:solidFill>
              </a:defRPr>
            </a:pPr>
            <a:r>
              <a:t>Business Challenge &amp; Strategic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008C"/>
                </a:solidFill>
              </a:defRPr>
            </a:pPr>
            <a:r>
              <a:t>🎯 The Challenge</a:t>
            </a:r>
          </a:p>
          <a:p>
            <a:pPr>
              <a:spcAft>
                <a:spcPts val="1000"/>
              </a:spcAft>
              <a:defRPr sz="1400">
                <a:solidFill>
                  <a:srgbClr val="2D0F4B"/>
                </a:solidFill>
              </a:defRPr>
            </a:pPr>
            <a:r>
              <a:t>• Content Overload: Users struggle to find relevant titles quickly.</a:t>
            </a:r>
          </a:p>
          <a:p>
            <a:pPr>
              <a:spcAft>
                <a:spcPts val="1000"/>
              </a:spcAft>
              <a:defRPr sz="1400">
                <a:solidFill>
                  <a:srgbClr val="2D0F4B"/>
                </a:solidFill>
              </a:defRPr>
            </a:pPr>
            <a:r>
              <a:t>• Unpredicted Server Spikes: High weekend traffic leads to potential buffering.</a:t>
            </a:r>
          </a:p>
          <a:p>
            <a:pPr>
              <a:spcAft>
                <a:spcPts val="1000"/>
              </a:spcAft>
              <a:defRPr sz="1400">
                <a:solidFill>
                  <a:srgbClr val="2D0F4B"/>
                </a:solidFill>
              </a:defRPr>
            </a:pPr>
            <a:r>
              <a:t>• Retention Risks: Lack of automated recommendations increases churn.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3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3700"/>
                </a:solidFill>
              </a:defRPr>
            </a:pPr>
            <a:r>
              <a:t>🚀 Strategic Goals</a:t>
            </a:r>
          </a:p>
          <a:p>
            <a:pPr>
              <a:spcAft>
                <a:spcPts val="1000"/>
              </a:spcAft>
              <a:defRPr sz="1400">
                <a:solidFill>
                  <a:srgbClr val="2D0F4B"/>
                </a:solidFill>
              </a:defRPr>
            </a:pPr>
            <a:r>
              <a:t>• Analyze Viewing Preferences: Identify top genres &amp; high-definition demand.</a:t>
            </a:r>
          </a:p>
          <a:p>
            <a:pPr>
              <a:spcAft>
                <a:spcPts val="1000"/>
              </a:spcAft>
              <a:defRPr sz="1400">
                <a:solidFill>
                  <a:srgbClr val="2D0F4B"/>
                </a:solidFill>
              </a:defRPr>
            </a:pPr>
            <a:r>
              <a:t>• Predict Demand (ML): Forecast viewing hours to optimize CDN capacity.</a:t>
            </a:r>
          </a:p>
          <a:p>
            <a:pPr>
              <a:spcAft>
                <a:spcPts val="1000"/>
              </a:spcAft>
              <a:defRPr sz="1400">
                <a:solidFill>
                  <a:srgbClr val="2D0F4B"/>
                </a:solidFill>
              </a:defRPr>
            </a:pPr>
            <a:r>
              <a:t>• AI Personalization: Build an item-based recommender engine for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3700"/>
                </a:solidFill>
              </a:defRPr>
            </a:pPr>
            <a:r>
              <a:t>STC TV / MISK VIRTUAL INTERNSHIP</a:t>
            </a:r>
          </a:p>
          <a:p>
            <a:pPr>
              <a:defRPr sz="2200" b="1">
                <a:solidFill>
                  <a:srgbClr val="4F008C"/>
                </a:solidFill>
              </a:defRPr>
            </a:pPr>
            <a:r>
              <a:t>Story 1: User Viewing Preferences &amp; HD Dominance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31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008C"/>
                </a:solidFill>
              </a:defRPr>
            </a:pPr>
            <a:r>
              <a:t>📊 Key Data Findings</a:t>
            </a:r>
          </a:p>
          <a:p>
            <a:pPr>
              <a:spcAft>
                <a:spcPts val="1000"/>
              </a:spcAft>
              <a:defRPr sz="1300">
                <a:solidFill>
                  <a:srgbClr val="2D0F4B"/>
                </a:solidFill>
              </a:defRPr>
            </a:pPr>
            <a:r>
              <a:t>✔ Series vs Movies: Series drive higher watch hours due to episode bingeing.</a:t>
            </a:r>
          </a:p>
          <a:p>
            <a:pPr>
              <a:spcAft>
                <a:spcPts val="1000"/>
              </a:spcAft>
              <a:defRPr sz="1300">
                <a:solidFill>
                  <a:srgbClr val="2D0F4B"/>
                </a:solidFill>
              </a:defRPr>
            </a:pPr>
            <a:r>
              <a:t>✔ HD Sensitivity: Over 80% of movie views are streamed in HD quality.</a:t>
            </a:r>
          </a:p>
          <a:p>
            <a:pPr>
              <a:spcAft>
                <a:spcPts val="1000"/>
              </a:spcAft>
              <a:defRPr sz="1300">
                <a:solidFill>
                  <a:srgbClr val="2D0F4B"/>
                </a:solidFill>
              </a:defRPr>
            </a:pPr>
            <a:r>
              <a:t>✔ Top Titles: The top 10 programs generate over 60% of total platform engagement.</a:t>
            </a:r>
          </a:p>
        </p:txBody>
      </p:sp>
      <p:pic>
        <p:nvPicPr>
          <p:cNvPr id="6" name="Picture 5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3700"/>
                </a:solidFill>
              </a:defRPr>
            </a:pPr>
            <a:r>
              <a:t>STC TV / MISK VIRTUAL INTERNSHIP</a:t>
            </a:r>
          </a:p>
          <a:p>
            <a:pPr>
              <a:defRPr sz="2200" b="1">
                <a:solidFill>
                  <a:srgbClr val="4F008C"/>
                </a:solidFill>
              </a:defRPr>
            </a:pPr>
            <a:r>
              <a:t>Story 2: Predictive Modeling for Peak 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31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008C"/>
                </a:solidFill>
              </a:defRPr>
            </a:pPr>
            <a:r>
              <a:t>📈 Machine Learning Insights</a:t>
            </a:r>
          </a:p>
          <a:p>
            <a:pPr>
              <a:spcAft>
                <a:spcPts val="1000"/>
              </a:spcAft>
              <a:defRPr sz="1300">
                <a:solidFill>
                  <a:srgbClr val="2D0F4B"/>
                </a:solidFill>
              </a:defRPr>
            </a:pPr>
            <a:r>
              <a:t>✔ Peak Surge: Friday &amp; Saturday experience a 2.2x surge in watch time.</a:t>
            </a:r>
          </a:p>
          <a:p>
            <a:pPr>
              <a:spcAft>
                <a:spcPts val="1000"/>
              </a:spcAft>
              <a:defRPr sz="1300">
                <a:solidFill>
                  <a:srgbClr val="2D0F4B"/>
                </a:solidFill>
              </a:defRPr>
            </a:pPr>
            <a:r>
              <a:t>✔ Random Forest Forecast: Accurately predicted next 60 days of viewing demand.</a:t>
            </a:r>
          </a:p>
          <a:p>
            <a:pPr>
              <a:spcAft>
                <a:spcPts val="1000"/>
              </a:spcAft>
              <a:defRPr sz="1300">
                <a:solidFill>
                  <a:srgbClr val="2D0F4B"/>
                </a:solidFill>
              </a:defRPr>
            </a:pPr>
            <a:r>
              <a:t>✔ Operational ROI: Enables proactive CDN server allocation to prevent downtime.</a:t>
            </a:r>
          </a:p>
        </p:txBody>
      </p:sp>
      <p:pic>
        <p:nvPicPr>
          <p:cNvPr id="6" name="Picture 5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3700"/>
                </a:solidFill>
              </a:defRPr>
            </a:pPr>
            <a:r>
              <a:t>STC TV / MISK VIRTUAL INTERNSHIP</a:t>
            </a:r>
          </a:p>
          <a:p>
            <a:pPr>
              <a:defRPr sz="2200" b="1">
                <a:solidFill>
                  <a:srgbClr val="4F008C"/>
                </a:solidFill>
              </a:defRPr>
            </a:pPr>
            <a:r>
              <a:t>Story 3: AI-Driven Personalization (Recommender Engine)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3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3700"/>
                </a:solidFill>
              </a:defRPr>
            </a:pPr>
            <a:r>
              <a:t>🤖 Recommendation Engine</a:t>
            </a:r>
          </a:p>
          <a:p>
            <a:pPr>
              <a:spcAft>
                <a:spcPts val="1000"/>
              </a:spcAft>
              <a:defRPr sz="1300">
                <a:solidFill>
                  <a:srgbClr val="2D0F4B"/>
                </a:solidFill>
              </a:defRPr>
            </a:pPr>
            <a:r>
              <a:t>✔ Algorithm: Cosine Similarity on user viewing duration vectors.</a:t>
            </a:r>
          </a:p>
          <a:p>
            <a:pPr>
              <a:spcAft>
                <a:spcPts val="1000"/>
              </a:spcAft>
              <a:defRPr sz="1300">
                <a:solidFill>
                  <a:srgbClr val="2D0F4B"/>
                </a:solidFill>
              </a:defRPr>
            </a:pPr>
            <a:r>
              <a:t>✔ Case Study (Moana): Correctly identified top animation/family titles.</a:t>
            </a:r>
          </a:p>
          <a:p>
            <a:pPr>
              <a:spcAft>
                <a:spcPts val="1000"/>
              </a:spcAft>
              <a:defRPr sz="1300">
                <a:solidFill>
                  <a:srgbClr val="2D0F4B"/>
                </a:solidFill>
              </a:defRPr>
            </a:pPr>
            <a:r>
              <a:t>✔ Business Value: Projected 25% increase in continuous user viewing time.</a:t>
            </a:r>
          </a:p>
        </p:txBody>
      </p:sp>
      <p:pic>
        <p:nvPicPr>
          <p:cNvPr id="6" name="Picture 5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3700"/>
                </a:solidFill>
              </a:defRPr>
            </a:pPr>
            <a:r>
              <a:t>STC TV / MISK VIRTUAL INTERNSHIP</a:t>
            </a:r>
          </a:p>
          <a:p>
            <a:pPr>
              <a:defRPr sz="2200" b="1">
                <a:solidFill>
                  <a:srgbClr val="4F008C"/>
                </a:solidFill>
              </a:defRPr>
            </a:pPr>
            <a:r>
              <a:t>Actionable Business &amp; UX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F008C"/>
                </a:solidFill>
              </a:defRPr>
            </a:pPr>
            <a:r>
              <a:t>1. Server Scaling</a:t>
            </a:r>
          </a:p>
          <a:p>
            <a:pPr>
              <a:defRPr sz="1300">
                <a:solidFill>
                  <a:srgbClr val="2D0F4B"/>
                </a:solidFill>
              </a:defRPr>
            </a:pPr>
            <a:r>
              <a:t>Auto-scale CDN server capacity ahead of Friday/Saturday peak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F008C"/>
                </a:solidFill>
              </a:defRPr>
            </a:pPr>
            <a:r>
              <a:t>2. HD Content Push</a:t>
            </a:r>
          </a:p>
          <a:p>
            <a:pPr>
              <a:defRPr sz="1300">
                <a:solidFill>
                  <a:srgbClr val="2D0F4B"/>
                </a:solidFill>
              </a:defRPr>
            </a:pPr>
            <a:r>
              <a:t>Ensure 100% of top movies/series are streamable in HD/4K quality.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F008C"/>
                </a:solidFill>
              </a:defRPr>
            </a:pPr>
            <a:r>
              <a:t>3. Home UI Personalization</a:t>
            </a:r>
          </a:p>
          <a:p>
            <a:pPr>
              <a:defRPr sz="1300">
                <a:solidFill>
                  <a:srgbClr val="2D0F4B"/>
                </a:solidFill>
              </a:defRPr>
            </a:pPr>
            <a:r>
              <a:t>Integrate AI Recommender directly into user homepage carousel.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F008C"/>
                </a:solidFill>
              </a:defRPr>
            </a:pPr>
            <a:r>
              <a:t>4. Targeted Push Alerts</a:t>
            </a:r>
          </a:p>
          <a:p>
            <a:pPr>
              <a:defRPr sz="1300">
                <a:solidFill>
                  <a:srgbClr val="2D0F4B"/>
                </a:solidFill>
              </a:defRPr>
            </a:pPr>
            <a:r>
              <a:t>Send notifications for similar titles during weekend leisure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F3700"/>
                </a:solidFill>
              </a:defRPr>
            </a:pPr>
            <a:r>
              <a:t>Thank You!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Empowering stc tv's growth through data-driven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